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Neural Network Assignments (Professional)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Assignment 1 &amp; 2 with Results &amp;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1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Built a neural network from scratch using NumPy</a:t>
            </a:r>
          </a:p>
          <a:p>
            <a:pPr/>
            <a:r>
              <a:t>Performed binary classification</a:t>
            </a:r>
          </a:p>
          <a:p>
            <a:pPr/>
            <a:r>
              <a:t>Implemented forward &amp; backward propagation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 → Weighted Sum → Activation</a:t>
            </a:r>
          </a:p>
          <a:p>
            <a:pPr/>
            <a:r>
              <a:t>Loss calculation using cost function</a:t>
            </a:r>
          </a:p>
          <a:p>
            <a:pPr/>
            <a:r>
              <a:t>Backpropagation to update weights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Sigmoid for output layer (binary classification)</a:t>
            </a:r>
          </a:p>
          <a:p>
            <a:pPr/>
            <a:r>
              <a:t>ReLU for hidden layers (efficient training)</a:t>
            </a:r>
          </a:p>
          <a:p>
            <a:pPr/>
            <a:r>
              <a:t>Tanh for centered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Regularization &amp;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L1 &amp; L2 regularization to prevent overfitting</a:t>
            </a:r>
          </a:p>
          <a:p>
            <a:pPr/>
            <a:r>
              <a:t>Tuned learning rate, epochs, batch size</a:t>
            </a:r>
          </a:p>
          <a:p>
            <a:pPr/>
            <a:r>
              <a:t>Improved generalization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(Assignment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 successfully classified binary data</a:t>
            </a:r>
          </a:p>
          <a:p>
            <a:pPr/>
            <a:r>
              <a:t>Accuracy improved after tuning</a:t>
            </a:r>
          </a:p>
          <a:p>
            <a:pPr/>
            <a:r>
              <a:t>Observed effect of activation functions</a:t>
            </a:r>
          </a:p>
          <a:p>
            <a:pPr/>
            <a:r>
              <a:t>Regularization reduced overfitting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2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Built CNN using TensorFlow/PyTorch</a:t>
            </a:r>
          </a:p>
          <a:p>
            <a:pPr/>
            <a:r>
              <a:t>Performed image classification</a:t>
            </a:r>
          </a:p>
          <a:p>
            <a:pPr/>
            <a:r>
              <a:t>Used MNIST/CIFAR-10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Convolution layers extract features</a:t>
            </a:r>
          </a:p>
          <a:p>
            <a:pPr/>
            <a:r>
              <a:t>Pooling layers reduce dimensions</a:t>
            </a:r>
          </a:p>
          <a:p>
            <a:pPr/>
            <a:r>
              <a:t>Fully connected layers for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Tested different kernel sizes</a:t>
            </a:r>
          </a:p>
          <a:p>
            <a:pPr/>
            <a:r>
              <a:t>Varied number of layers</a:t>
            </a:r>
          </a:p>
          <a:p>
            <a:pPr/>
            <a:r>
              <a:t>Compared activation functions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Accuracy, Precision, Recall</a:t>
            </a:r>
          </a:p>
          <a:p>
            <a:pPr/>
            <a:r>
              <a:t>Confusion Matrix for detailed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(Assignment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CNN achieved high accuracy on dataset</a:t>
            </a:r>
          </a:p>
          <a:p>
            <a:pPr/>
            <a:r>
              <a:t>Deeper networks improved performance</a:t>
            </a:r>
          </a:p>
          <a:p>
            <a:pPr/>
            <a:r>
              <a:t>Pooling reduced computation cost</a:t>
            </a:r>
          </a:p>
          <a:p>
            <a:pPr/>
            <a:r>
              <a:t>Confusion matrix showed prediction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Understood neural networks from scratch</a:t>
            </a:r>
          </a:p>
          <a:p>
            <a:pPr/>
            <a:r>
              <a:t>Learned deep learning using CNNs</a:t>
            </a:r>
          </a:p>
          <a:p>
            <a:pPr/>
            <a:r>
              <a:t>Gained experience in model tuning</a:t>
            </a:r>
          </a:p>
          <a:p>
            <a:pPr/>
            <a:r>
              <a:t>Improved practical ML skills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Both assignments provided strong foundation</a:t>
            </a:r>
          </a:p>
          <a:p>
            <a:pPr/>
            <a:r>
              <a:t>From basic NN to advanced CNN models</a:t>
            </a:r>
          </a:p>
          <a:p>
            <a:pPr/>
            <a:r>
              <a:t>Hands-on implementation enhanced understanding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